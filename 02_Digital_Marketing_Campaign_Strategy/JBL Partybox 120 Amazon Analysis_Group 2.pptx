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irudha Nath" userId="0dc1eb2e990f65d3" providerId="LiveId" clId="{F9723EF5-D2DB-43D8-8813-60033496B4D3}"/>
    <pc:docChg chg="undo custSel addSld delSld modSld sldOrd">
      <pc:chgData name="Anirudha Nath" userId="0dc1eb2e990f65d3" providerId="LiveId" clId="{F9723EF5-D2DB-43D8-8813-60033496B4D3}" dt="2025-11-22T18:55:00.601" v="328" actId="1076"/>
      <pc:docMkLst>
        <pc:docMk/>
      </pc:docMkLst>
      <pc:sldChg chg="addSp modSp">
        <pc:chgData name="Anirudha Nath" userId="0dc1eb2e990f65d3" providerId="LiveId" clId="{F9723EF5-D2DB-43D8-8813-60033496B4D3}" dt="2025-11-22T18:50:11.164" v="207" actId="1076"/>
        <pc:sldMkLst>
          <pc:docMk/>
          <pc:sldMk cId="1553572345" sldId="256"/>
        </pc:sldMkLst>
        <pc:spChg chg="mod">
          <ac:chgData name="Anirudha Nath" userId="0dc1eb2e990f65d3" providerId="LiveId" clId="{F9723EF5-D2DB-43D8-8813-60033496B4D3}" dt="2025-11-22T18:50:11.164" v="207" actId="1076"/>
          <ac:spMkLst>
            <pc:docMk/>
            <pc:sldMk cId="1553572345" sldId="256"/>
            <ac:spMk id="17" creationId="{162D5DC1-D8C7-24F9-2CA2-F63934ABB377}"/>
          </ac:spMkLst>
        </pc:spChg>
        <pc:picChg chg="add mod">
          <ac:chgData name="Anirudha Nath" userId="0dc1eb2e990f65d3" providerId="LiveId" clId="{F9723EF5-D2DB-43D8-8813-60033496B4D3}" dt="2025-11-22T18:50:11.164" v="207" actId="1076"/>
          <ac:picMkLst>
            <pc:docMk/>
            <pc:sldMk cId="1553572345" sldId="256"/>
            <ac:picMk id="3074" creationId="{B5AA081D-0973-468A-9DEC-1D4EC14EB3C3}"/>
          </ac:picMkLst>
        </pc:picChg>
      </pc:sldChg>
      <pc:sldChg chg="addSp modSp mod">
        <pc:chgData name="Anirudha Nath" userId="0dc1eb2e990f65d3" providerId="LiveId" clId="{F9723EF5-D2DB-43D8-8813-60033496B4D3}" dt="2025-11-22T18:51:35.711" v="223" actId="14100"/>
        <pc:sldMkLst>
          <pc:docMk/>
          <pc:sldMk cId="3870183429" sldId="257"/>
        </pc:sldMkLst>
        <pc:spChg chg="mod">
          <ac:chgData name="Anirudha Nath" userId="0dc1eb2e990f65d3" providerId="LiveId" clId="{F9723EF5-D2DB-43D8-8813-60033496B4D3}" dt="2025-11-22T18:51:33.759" v="218" actId="207"/>
          <ac:spMkLst>
            <pc:docMk/>
            <pc:sldMk cId="3870183429" sldId="257"/>
            <ac:spMk id="2" creationId="{F5CCDCF1-E84A-9021-3D55-FC2E46D05290}"/>
          </ac:spMkLst>
        </pc:spChg>
        <pc:spChg chg="mod">
          <ac:chgData name="Anirudha Nath" userId="0dc1eb2e990f65d3" providerId="LiveId" clId="{F9723EF5-D2DB-43D8-8813-60033496B4D3}" dt="2025-11-22T18:51:34.135" v="219" actId="207"/>
          <ac:spMkLst>
            <pc:docMk/>
            <pc:sldMk cId="3870183429" sldId="257"/>
            <ac:spMk id="3" creationId="{2AC9BDB6-5E87-E92B-D317-365D2379A601}"/>
          </ac:spMkLst>
        </pc:spChg>
        <pc:picChg chg="add mod">
          <ac:chgData name="Anirudha Nath" userId="0dc1eb2e990f65d3" providerId="LiveId" clId="{F9723EF5-D2DB-43D8-8813-60033496B4D3}" dt="2025-11-22T18:51:35.711" v="223" actId="14100"/>
          <ac:picMkLst>
            <pc:docMk/>
            <pc:sldMk cId="3870183429" sldId="257"/>
            <ac:picMk id="4098" creationId="{39048AA0-862B-A016-04E7-07703A9F3587}"/>
          </ac:picMkLst>
        </pc:picChg>
      </pc:sldChg>
      <pc:sldChg chg="modSp mod">
        <pc:chgData name="Anirudha Nath" userId="0dc1eb2e990f65d3" providerId="LiveId" clId="{F9723EF5-D2DB-43D8-8813-60033496B4D3}" dt="2025-11-22T18:46:24.681" v="174" actId="6549"/>
        <pc:sldMkLst>
          <pc:docMk/>
          <pc:sldMk cId="3703299006" sldId="259"/>
        </pc:sldMkLst>
        <pc:spChg chg="mod">
          <ac:chgData name="Anirudha Nath" userId="0dc1eb2e990f65d3" providerId="LiveId" clId="{F9723EF5-D2DB-43D8-8813-60033496B4D3}" dt="2025-11-22T18:46:24.681" v="174" actId="6549"/>
          <ac:spMkLst>
            <pc:docMk/>
            <pc:sldMk cId="3703299006" sldId="259"/>
            <ac:spMk id="5" creationId="{CA1308C3-E078-A583-F7A3-F62DB2378992}"/>
          </ac:spMkLst>
        </pc:spChg>
      </pc:sldChg>
      <pc:sldChg chg="addSp modSp new mod ord">
        <pc:chgData name="Anirudha Nath" userId="0dc1eb2e990f65d3" providerId="LiveId" clId="{F9723EF5-D2DB-43D8-8813-60033496B4D3}" dt="2025-11-22T18:55:00.601" v="328" actId="1076"/>
        <pc:sldMkLst>
          <pc:docMk/>
          <pc:sldMk cId="194519733" sldId="260"/>
        </pc:sldMkLst>
        <pc:spChg chg="mod">
          <ac:chgData name="Anirudha Nath" userId="0dc1eb2e990f65d3" providerId="LiveId" clId="{F9723EF5-D2DB-43D8-8813-60033496B4D3}" dt="2025-11-22T18:54:52.291" v="327" actId="20577"/>
          <ac:spMkLst>
            <pc:docMk/>
            <pc:sldMk cId="194519733" sldId="260"/>
            <ac:spMk id="2" creationId="{058A3CF5-F747-89F0-0479-17DC23CCD002}"/>
          </ac:spMkLst>
        </pc:spChg>
        <pc:spChg chg="mod">
          <ac:chgData name="Anirudha Nath" userId="0dc1eb2e990f65d3" providerId="LiveId" clId="{F9723EF5-D2DB-43D8-8813-60033496B4D3}" dt="2025-11-22T18:54:39.282" v="322" actId="115"/>
          <ac:spMkLst>
            <pc:docMk/>
            <pc:sldMk cId="194519733" sldId="260"/>
            <ac:spMk id="3" creationId="{D4066EF1-DB95-5A75-6AC5-B742AED014E4}"/>
          </ac:spMkLst>
        </pc:spChg>
        <pc:graphicFrameChg chg="add mod modGraphic">
          <ac:chgData name="Anirudha Nath" userId="0dc1eb2e990f65d3" providerId="LiveId" clId="{F9723EF5-D2DB-43D8-8813-60033496B4D3}" dt="2025-11-22T18:55:00.601" v="328" actId="1076"/>
          <ac:graphicFrameMkLst>
            <pc:docMk/>
            <pc:sldMk cId="194519733" sldId="260"/>
            <ac:graphicFrameMk id="4" creationId="{684B02A6-A040-FBB8-CC36-184BBB7D882F}"/>
          </ac:graphicFrameMkLst>
        </pc:graphicFrameChg>
        <pc:picChg chg="add mod">
          <ac:chgData name="Anirudha Nath" userId="0dc1eb2e990f65d3" providerId="LiveId" clId="{F9723EF5-D2DB-43D8-8813-60033496B4D3}" dt="2025-11-22T18:49:14.587" v="199" actId="14100"/>
          <ac:picMkLst>
            <pc:docMk/>
            <pc:sldMk cId="194519733" sldId="260"/>
            <ac:picMk id="2050" creationId="{29ACAA25-FD71-F7C1-8A20-5C0326A2BD54}"/>
          </ac:picMkLst>
        </pc:picChg>
      </pc:sldChg>
      <pc:sldChg chg="addSp delSp modSp new del mod ord">
        <pc:chgData name="Anirudha Nath" userId="0dc1eb2e990f65d3" providerId="LiveId" clId="{F9723EF5-D2DB-43D8-8813-60033496B4D3}" dt="2025-11-22T18:43:46.431" v="140" actId="2696"/>
        <pc:sldMkLst>
          <pc:docMk/>
          <pc:sldMk cId="4244882073" sldId="260"/>
        </pc:sldMkLst>
        <pc:spChg chg="mod">
          <ac:chgData name="Anirudha Nath" userId="0dc1eb2e990f65d3" providerId="LiveId" clId="{F9723EF5-D2DB-43D8-8813-60033496B4D3}" dt="2025-11-22T18:43:41.744" v="139" actId="21"/>
          <ac:spMkLst>
            <pc:docMk/>
            <pc:sldMk cId="4244882073" sldId="260"/>
            <ac:spMk id="2" creationId="{714562FE-5264-EFCF-FFD6-F9F9ED5374D9}"/>
          </ac:spMkLst>
        </pc:spChg>
        <pc:spChg chg="del mod">
          <ac:chgData name="Anirudha Nath" userId="0dc1eb2e990f65d3" providerId="LiveId" clId="{F9723EF5-D2DB-43D8-8813-60033496B4D3}" dt="2025-11-22T18:41:40.934" v="18" actId="478"/>
          <ac:spMkLst>
            <pc:docMk/>
            <pc:sldMk cId="4244882073" sldId="260"/>
            <ac:spMk id="3" creationId="{C3D16522-AEE2-42AD-F893-828B0F45F123}"/>
          </ac:spMkLst>
        </pc:spChg>
        <pc:graphicFrameChg chg="add mod">
          <ac:chgData name="Anirudha Nath" userId="0dc1eb2e990f65d3" providerId="LiveId" clId="{F9723EF5-D2DB-43D8-8813-60033496B4D3}" dt="2025-11-22T18:42:50.447" v="123"/>
          <ac:graphicFrameMkLst>
            <pc:docMk/>
            <pc:sldMk cId="4244882073" sldId="260"/>
            <ac:graphicFrameMk id="4" creationId="{6C675A9E-45BF-1620-D6BD-6EB6919E48CF}"/>
          </ac:graphicFrameMkLst>
        </pc:graphicFrameChg>
        <pc:graphicFrameChg chg="add mod modGraphic">
          <ac:chgData name="Anirudha Nath" userId="0dc1eb2e990f65d3" providerId="LiveId" clId="{F9723EF5-D2DB-43D8-8813-60033496B4D3}" dt="2025-11-22T18:43:18" v="133" actId="1076"/>
          <ac:graphicFrameMkLst>
            <pc:docMk/>
            <pc:sldMk cId="4244882073" sldId="260"/>
            <ac:graphicFrameMk id="5" creationId="{B1F0BE50-1DBD-6735-62AE-F0FBE6F18043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628FE-74DF-1CBA-2172-309B6D73F3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476BCD-F0C3-695D-10A3-1055256B3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007A7B-1B88-7881-2E57-CCCBF6B98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B255-B72C-4F76-83B1-DA00B51633C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6EC1C6-D1A0-3408-BEA3-B075828F2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1F1AF-F248-F5AA-D1F0-46C85F6A7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2E329-8941-4716-A3FB-69D4A403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49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F4CC3-2953-AD6A-57F5-8B9687F34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E83F9-DDFF-A428-2FA6-DBCE3AEA40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08AC1E-2526-25CA-E1AB-B2F90C1E55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B255-B72C-4F76-83B1-DA00B51633C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79F924-0C29-7B25-6763-3B9AFC10C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2317B-16A8-0AC9-4396-924FDE201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2E329-8941-4716-A3FB-69D4A403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493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0D512-8818-ADD5-2CAE-70BD8834B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AA2770-A326-DB75-B39F-C313A25C5A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6444F-A1E3-53B7-019C-DBB7EFE74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B255-B72C-4F76-83B1-DA00B51633C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FD8535-7BB9-5C17-E339-EDAAEF204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9AC28-C2E8-2978-29FA-1B9C471F10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2E329-8941-4716-A3FB-69D4A403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8499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DF180-E42D-27DC-FCBD-0654A5BB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556B3-5757-4EE0-C894-BB3E2487DE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3490C2-CCAD-832D-80C5-78179101E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F2905-FAE8-81FE-BA5E-3EB258EED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B255-B72C-4F76-83B1-DA00B51633C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BB32D-4597-D186-E31A-F8DDD8052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904846-E7FF-9F4D-8E3A-E25325DE0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2E329-8941-4716-A3FB-69D4A403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2064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1E1A8-791A-A227-6031-43AC15284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444BF5-8131-B395-8161-F4F9FF16F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5CEC5-A911-D5C0-BF34-282ABD2E4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B089A7-DD7C-09F0-D34F-9FD893FA97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0E20CC-667D-377D-7E29-4D0ED14AB4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B7992B-25BE-F11A-BBA2-4E38DF4F9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B255-B72C-4F76-83B1-DA00B51633C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80034B-2C33-C24E-D0FA-0B7E3C215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7A6E68-07BB-FBF0-DC53-8E35F5212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2E329-8941-4716-A3FB-69D4A403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8028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FE8B3-713E-0FDD-1FAC-11910EB50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0E2230-8360-74BA-5CAC-1086B58DA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B255-B72C-4F76-83B1-DA00B51633C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ABA6A4-78C7-FF3A-8D2B-8148C9AD12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EF8D48-0A93-692C-E65B-6E435385D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2E329-8941-4716-A3FB-69D4A403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97703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258766-6F4B-6737-058B-FB8B7EDDC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B255-B72C-4F76-83B1-DA00B51633C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B4E91B-A803-CEF1-F8D4-C3659695F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0F917A-BEE1-4A2C-CC12-9065CB025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2E329-8941-4716-A3FB-69D4A403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5952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1E62-2F12-8E89-08AA-10E323A381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243F36-9B0C-A80B-96A3-AF8EE7488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7E253-9F01-336D-B6CB-11F050D048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46C957-6CDA-FC7A-BA72-9AA8930BA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B255-B72C-4F76-83B1-DA00B51633C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13B505-56DC-13BD-FA11-CAE60FCC0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E7FF4-AC0E-DD20-651E-3A0B2CE8C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2E329-8941-4716-A3FB-69D4A403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16326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DC34C-2B3C-F0E5-FF26-F6026D521D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C248DE-944F-723F-96F7-7A7C5596A6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06C45E-5E2C-D31C-CCFA-51C6479C7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55DFD-E3ED-839F-5B22-6E60E65DB9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B255-B72C-4F76-83B1-DA00B51633C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047A7-2E37-7B7E-AF01-05DD25CEF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4C769B-8B9D-8F04-34EE-2BF838103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2E329-8941-4716-A3FB-69D4A403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2186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D9BE-03BD-49F4-3FB1-1AADDAD4E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1D8193-B82E-92B9-0907-7D9384639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79608-534E-E899-487D-A84A667CC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B255-B72C-4F76-83B1-DA00B51633C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D2950-8519-F391-7F37-F2FABCC8BD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67436-0C42-7F27-7E74-BB5015635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2E329-8941-4716-A3FB-69D4A403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7909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F18A76-3D31-47C9-48D9-0A644FF539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8F911-5B41-A7BF-DD02-9901041C40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D5EF8-8B84-93EF-0FCC-EAA318887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4B255-B72C-4F76-83B1-DA00B51633C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3746E-BDAF-F3AD-742B-2BB35E2EF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95B68-7B87-5154-CB10-53DEE015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2E329-8941-4716-A3FB-69D4A403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2244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4587C2-B231-5563-1E66-4EC76C5FD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66155-35D0-ADB5-2CB1-57D2BDF87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9C421-45C3-C142-9DCA-C198FC8A6A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64B255-B72C-4F76-83B1-DA00B51633CF}" type="datetimeFigureOut">
              <a:rPr lang="en-IN" smtClean="0"/>
              <a:t>22-11-2025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DBBBA-6797-F66A-A6DD-D025216A3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CEEB6-BA68-AF68-AB34-079623FA40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52E329-8941-4716-A3FB-69D4A4035A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6069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mazon.in/JBL-Futuristic-Multispeaker-Connection-Splashproof/dp/B0CX1NHPMG?th=1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main">
            <a:extLst>
              <a:ext uri="{FF2B5EF4-FFF2-40B4-BE49-F238E27FC236}">
                <a16:creationId xmlns:a16="http://schemas.microsoft.com/office/drawing/2014/main" id="{29ACAA25-FD71-F7C1-8A20-5C0326A2B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86408"/>
            <a:ext cx="12192000" cy="7444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8A3CF5-F747-89F0-0479-17DC23CCD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10546"/>
            <a:ext cx="12192000" cy="1207575"/>
          </a:xfrm>
        </p:spPr>
        <p:txBody>
          <a:bodyPr/>
          <a:lstStyle/>
          <a:p>
            <a:pPr algn="ctr"/>
            <a:r>
              <a:rPr lang="en-IN" sz="3600" b="1" u="sng" dirty="0">
                <a:solidFill>
                  <a:schemeClr val="bg1"/>
                </a:solidFill>
                <a:latin typeface="+mn-lt"/>
              </a:rPr>
              <a:t>JBL </a:t>
            </a:r>
            <a:r>
              <a:rPr lang="en-IN" sz="3600" b="1" u="sng" dirty="0" err="1">
                <a:solidFill>
                  <a:schemeClr val="bg1"/>
                </a:solidFill>
                <a:latin typeface="+mn-lt"/>
              </a:rPr>
              <a:t>Partybox</a:t>
            </a:r>
            <a:r>
              <a:rPr lang="en-IN" sz="3600" b="1" u="sng" dirty="0">
                <a:solidFill>
                  <a:schemeClr val="bg1"/>
                </a:solidFill>
                <a:latin typeface="+mn-lt"/>
              </a:rPr>
              <a:t> Club 120 : Amazon Analysis</a:t>
            </a:r>
            <a:br>
              <a:rPr lang="en-IN" b="1" dirty="0">
                <a:solidFill>
                  <a:schemeClr val="bg1"/>
                </a:solidFill>
              </a:rPr>
            </a:b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66EF1-DB95-5A75-6AC5-B742AED01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18121"/>
            <a:ext cx="10515600" cy="5340488"/>
          </a:xfrm>
        </p:spPr>
        <p:txBody>
          <a:bodyPr/>
          <a:lstStyle/>
          <a:p>
            <a:pPr marL="0" indent="0" algn="ctr">
              <a:buNone/>
            </a:pPr>
            <a:r>
              <a:rPr lang="en-IN" b="1" dirty="0">
                <a:solidFill>
                  <a:schemeClr val="bg1"/>
                </a:solidFill>
              </a:rPr>
              <a:t>                                                                                </a:t>
            </a:r>
            <a:r>
              <a:rPr lang="en-IN" b="1" u="sng" dirty="0">
                <a:solidFill>
                  <a:schemeClr val="bg1"/>
                </a:solidFill>
              </a:rPr>
              <a:t>Group 2</a:t>
            </a:r>
          </a:p>
          <a:p>
            <a:pPr marL="0" indent="0" algn="ctr">
              <a:buNone/>
            </a:pPr>
            <a:endParaRPr lang="en-IN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IN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84B02A6-A040-FBB8-CC36-184BBB7D88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9273018"/>
              </p:ext>
            </p:extLst>
          </p:nvPr>
        </p:nvGraphicFramePr>
        <p:xfrm>
          <a:off x="6566452" y="1938128"/>
          <a:ext cx="5484744" cy="430047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742372">
                  <a:extLst>
                    <a:ext uri="{9D8B030D-6E8A-4147-A177-3AD203B41FA5}">
                      <a16:colId xmlns:a16="http://schemas.microsoft.com/office/drawing/2014/main" val="2056544590"/>
                    </a:ext>
                  </a:extLst>
                </a:gridCol>
                <a:gridCol w="2742372">
                  <a:extLst>
                    <a:ext uri="{9D8B030D-6E8A-4147-A177-3AD203B41FA5}">
                      <a16:colId xmlns:a16="http://schemas.microsoft.com/office/drawing/2014/main" val="41401291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u="sng" kern="100" dirty="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  <a:endParaRPr lang="en-IN" sz="2000" b="1" u="sng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u="sng" kern="100" dirty="0">
                          <a:solidFill>
                            <a:schemeClr val="bg1"/>
                          </a:solidFill>
                          <a:effectLst/>
                        </a:rPr>
                        <a:t>Roll Number</a:t>
                      </a:r>
                      <a:endParaRPr lang="en-IN" sz="2000" b="1" u="sng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882053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 err="1">
                          <a:solidFill>
                            <a:schemeClr val="bg1"/>
                          </a:solidFill>
                          <a:effectLst/>
                        </a:rPr>
                        <a:t>Somtirtha</a:t>
                      </a: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 Pal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P2522072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710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Shrijita Das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P2521070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061649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 err="1">
                          <a:solidFill>
                            <a:schemeClr val="bg1"/>
                          </a:solidFill>
                          <a:effectLst/>
                        </a:rPr>
                        <a:t>Suvayan</a:t>
                      </a: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 Dey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P2522076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84873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Souparno Karmakar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P2521074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44103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Utsav Banerjee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P2521085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07580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Mayank Somnathe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P2521048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52343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Shahil Verma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P2522061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5842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Anirudha Nath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P2522007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04186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Prateek Kushwaha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P2521058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04116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Apurva Badola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P2522011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025764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Subhadeep Sinha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P2521078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52006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M Praveen Kumar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P2522036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5863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Karan Kamath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P2522029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158403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Dhruv Mathur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P2521034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999504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>
                          <a:solidFill>
                            <a:schemeClr val="bg1"/>
                          </a:solidFill>
                          <a:effectLst/>
                        </a:rPr>
                        <a:t>Anusha Agarwal</a:t>
                      </a:r>
                      <a:endParaRPr lang="en-IN" sz="1600" b="1" kern="10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P2522009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9869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Ananth </a:t>
                      </a:r>
                      <a:r>
                        <a:rPr lang="en-IN" sz="1600" b="1" kern="100" dirty="0" err="1">
                          <a:solidFill>
                            <a:schemeClr val="bg1"/>
                          </a:solidFill>
                          <a:effectLst/>
                        </a:rPr>
                        <a:t>Papewar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600" b="1" kern="100" dirty="0">
                          <a:solidFill>
                            <a:schemeClr val="bg1"/>
                          </a:solidFill>
                          <a:effectLst/>
                        </a:rPr>
                        <a:t>P2522005 </a:t>
                      </a:r>
                      <a:endParaRPr lang="en-IN" sz="1600" b="1" kern="100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79004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51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0635B0-6937-6AA7-67BB-1BBE028BB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1"/>
            <a:ext cx="12192000" cy="389614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62D5DC1-D8C7-24F9-2CA2-F63934ABB377}"/>
              </a:ext>
            </a:extLst>
          </p:cNvPr>
          <p:cNvSpPr txBox="1"/>
          <p:nvPr/>
        </p:nvSpPr>
        <p:spPr>
          <a:xfrm>
            <a:off x="111814" y="4134678"/>
            <a:ext cx="12080185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u="sng" dirty="0">
                <a:hlinkClick r:id="rId3"/>
              </a:rPr>
              <a:t>JBL </a:t>
            </a:r>
            <a:r>
              <a:rPr lang="en-US" sz="1600" b="1" u="sng" dirty="0" err="1">
                <a:hlinkClick r:id="rId3"/>
              </a:rPr>
              <a:t>Partybox</a:t>
            </a:r>
            <a:r>
              <a:rPr lang="en-US" sz="1600" b="1" u="sng" dirty="0">
                <a:hlinkClick r:id="rId3"/>
              </a:rPr>
              <a:t> 120</a:t>
            </a:r>
            <a:endParaRPr lang="en-US" sz="1600" b="1" u="sng" dirty="0"/>
          </a:p>
          <a:p>
            <a:endParaRPr lang="en-US" sz="1000" b="1" u="sng" dirty="0"/>
          </a:p>
          <a:p>
            <a:r>
              <a:rPr lang="en-US" sz="2400" b="1" u="sng" dirty="0"/>
              <a:t>Key Specifications</a:t>
            </a:r>
          </a:p>
          <a:p>
            <a:endParaRPr lang="en-US" b="1" u="sng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160W Portable Party Speaker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Futuristic Light Show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err="1"/>
              <a:t>Auracast</a:t>
            </a:r>
            <a:r>
              <a:rPr lang="en-US" sz="2000" dirty="0"/>
              <a:t> multi-speaker connection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Dual Mic &amp; Guitar inputs</a:t>
            </a:r>
          </a:p>
          <a:p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B57208-E19D-392F-9DB3-143D5FA11500}"/>
              </a:ext>
            </a:extLst>
          </p:cNvPr>
          <p:cNvSpPr txBox="1"/>
          <p:nvPr/>
        </p:nvSpPr>
        <p:spPr>
          <a:xfrm>
            <a:off x="5774635" y="5118627"/>
            <a:ext cx="524786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AI Sound Boost Technology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Up to 12 </a:t>
            </a:r>
            <a:r>
              <a:rPr lang="en-US" sz="2000" dirty="0" err="1"/>
              <a:t>hrs</a:t>
            </a:r>
            <a:r>
              <a:rPr lang="en-US" sz="2000" dirty="0"/>
              <a:t> playtime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IPX4 splashproof design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3572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CDCF1-E84A-9021-3D55-FC2E46D05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6"/>
            <a:ext cx="12192000" cy="1065110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+mn-lt"/>
              </a:rPr>
              <a:t>Product Listing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9BDB6-5E87-E92B-D317-365D2379A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216" y="1253331"/>
            <a:ext cx="11913705" cy="5366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What The Listing Does Well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Title clarity: </a:t>
            </a:r>
            <a:r>
              <a:rPr lang="en-US" sz="2000" dirty="0"/>
              <a:t>Includes model + power + key hooks (AI Sound Boost, Light Show)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Rich media: </a:t>
            </a:r>
            <a:r>
              <a:rPr lang="en-US" sz="2000" dirty="0"/>
              <a:t>Multiple product images + lifestyle visuals; videos available in many regions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Badges/Trust: </a:t>
            </a:r>
            <a:r>
              <a:rPr lang="en-US" sz="2000" dirty="0"/>
              <a:t>Amazon's Choice (where applicable), Fulfilled by Amazon, clear warranty info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Feature bullets: </a:t>
            </a:r>
            <a:r>
              <a:rPr lang="en-US" sz="2000" dirty="0"/>
              <a:t>Highlights 160W output, 12h battery, IPX4 rating, </a:t>
            </a:r>
            <a:r>
              <a:rPr lang="en-US" sz="2000" dirty="0" err="1"/>
              <a:t>Auracast</a:t>
            </a:r>
            <a:r>
              <a:rPr lang="en-US" sz="2000" dirty="0"/>
              <a:t>, mic/guitar inputs</a:t>
            </a:r>
          </a:p>
          <a:p>
            <a:pPr marL="0" indent="0">
              <a:buNone/>
            </a:pPr>
            <a:endParaRPr lang="en-US" sz="2200" b="1" dirty="0"/>
          </a:p>
          <a:p>
            <a:pPr marL="0" indent="0">
              <a:buNone/>
            </a:pPr>
            <a:r>
              <a:rPr lang="en-US" b="1" u="sng" dirty="0"/>
              <a:t>Gaps &amp; Opportunities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Title SEO: </a:t>
            </a:r>
            <a:r>
              <a:rPr lang="en-US" sz="2000" dirty="0"/>
              <a:t>Missing "Bluetooth 5.3", "Portable Party Speaker", "Bass", "JBL Pro Sound" upfront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Bullet specificity: </a:t>
            </a:r>
            <a:r>
              <a:rPr lang="en-US" sz="2000" dirty="0"/>
              <a:t>Lacks quantified claims (battery at 50% volume, charging time, driver sizes)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A+ Content: </a:t>
            </a:r>
            <a:r>
              <a:rPr lang="en-US" sz="2000" dirty="0"/>
              <a:t>Missing comparison chart vs </a:t>
            </a:r>
            <a:r>
              <a:rPr lang="en-US" sz="2000" dirty="0" err="1"/>
              <a:t>PartyBox</a:t>
            </a:r>
            <a:r>
              <a:rPr lang="en-US" sz="2000" dirty="0"/>
              <a:t> 110/320 and Sony XV500; no use-cases shown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000" b="1" dirty="0"/>
              <a:t>Q&amp;A/Images:</a:t>
            </a:r>
            <a:r>
              <a:rPr lang="en-US" sz="2000" dirty="0"/>
              <a:t> Need common queries answered; missing rear I/O close-ups and app screenshots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018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9BE5B-D813-BE24-4640-79772A9AC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864704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+mn-lt"/>
              </a:rPr>
              <a:t>Reviews &amp; Pricing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B9FB4C-746C-DDDB-D6FF-9FE2AA33A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271" y="1013791"/>
            <a:ext cx="5307496" cy="56951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E5E5F92-F6EC-5486-638B-70669DCC1262}"/>
              </a:ext>
            </a:extLst>
          </p:cNvPr>
          <p:cNvSpPr txBox="1"/>
          <p:nvPr/>
        </p:nvSpPr>
        <p:spPr>
          <a:xfrm>
            <a:off x="5638801" y="911499"/>
            <a:ext cx="655319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/>
              <a:t>Customer Sentiment</a:t>
            </a:r>
          </a:p>
          <a:p>
            <a:endParaRPr lang="en-US" sz="500" b="1" u="sng" dirty="0"/>
          </a:p>
          <a:p>
            <a:r>
              <a:rPr lang="en-US" sz="2000" b="1" dirty="0"/>
              <a:t>Overall Rating:                        </a:t>
            </a:r>
            <a:r>
              <a:rPr lang="en-US" sz="2000" dirty="0"/>
              <a:t>4.5/5 (1,600+ ratings)</a:t>
            </a:r>
          </a:p>
          <a:p>
            <a:endParaRPr lang="en-US" sz="500" dirty="0"/>
          </a:p>
          <a:p>
            <a:r>
              <a:rPr lang="en-US" sz="2000" b="1" dirty="0"/>
              <a:t>Pros mentioned frequently: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Powerful JBL Pro Sound &amp; deep bass performance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Impressive light show enhances party atmosphere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Portable design with foldable handle for easy transport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App control &amp; </a:t>
            </a:r>
            <a:r>
              <a:rPr lang="en-US" sz="2000" dirty="0" err="1"/>
              <a:t>Auracast</a:t>
            </a:r>
            <a:r>
              <a:rPr lang="en-US" sz="2000" dirty="0"/>
              <a:t> connection highly praised</a:t>
            </a:r>
          </a:p>
          <a:p>
            <a:endParaRPr lang="en-US" sz="500" dirty="0"/>
          </a:p>
          <a:p>
            <a:endParaRPr lang="en-US" sz="1000" b="1" dirty="0"/>
          </a:p>
          <a:p>
            <a:r>
              <a:rPr lang="en-US" sz="2000" b="1" dirty="0"/>
              <a:t>Cons mentioned frequently: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Battery life varies significantly at high volume settings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Bass expectations vary depending on room size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/>
              <a:t>Weight (5.5 kg) can be cumbersome for extended carrying</a:t>
            </a:r>
          </a:p>
          <a:p>
            <a:endParaRPr lang="en-US" b="1" dirty="0"/>
          </a:p>
          <a:p>
            <a:r>
              <a:rPr lang="en-US" sz="2200" b="1" u="sng" dirty="0"/>
              <a:t>Market Positioning</a:t>
            </a:r>
          </a:p>
          <a:p>
            <a:endParaRPr lang="en-US" sz="500" b="1" u="sng" dirty="0"/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/>
              <a:t>Current price: </a:t>
            </a:r>
            <a:r>
              <a:rPr lang="en-US" sz="2000" dirty="0"/>
              <a:t>₹31,498 (MRP: ₹39,999 - 21% discount)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b="1" dirty="0"/>
              <a:t>Sale history: </a:t>
            </a:r>
            <a:r>
              <a:rPr lang="en-US" sz="2000" dirty="0"/>
              <a:t>Observed dips to ₹24,999-₹29,899 during festival events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/>
              <a:t>Value perception: </a:t>
            </a:r>
            <a:r>
              <a:rPr lang="en-US" dirty="0"/>
              <a:t>Significantly improves at price points ≤₹26,000</a:t>
            </a:r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18B686-2784-0D96-A510-E1142BD8B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771" y="1401194"/>
            <a:ext cx="1200699" cy="2380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266E820-FED4-7928-4B1C-56DCBBE7AE38}"/>
              </a:ext>
            </a:extLst>
          </p:cNvPr>
          <p:cNvSpPr txBox="1"/>
          <p:nvPr/>
        </p:nvSpPr>
        <p:spPr>
          <a:xfrm>
            <a:off x="4462670" y="4701209"/>
            <a:ext cx="64604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68%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1D2B88-8AB1-B793-470C-CF3965EA8773}"/>
              </a:ext>
            </a:extLst>
          </p:cNvPr>
          <p:cNvSpPr txBox="1"/>
          <p:nvPr/>
        </p:nvSpPr>
        <p:spPr>
          <a:xfrm>
            <a:off x="4462670" y="4947430"/>
            <a:ext cx="5367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00" dirty="0"/>
              <a:t>22%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29388C1-814C-BCBA-019E-77A4A594FC4C}"/>
              </a:ext>
            </a:extLst>
          </p:cNvPr>
          <p:cNvSpPr txBox="1"/>
          <p:nvPr/>
        </p:nvSpPr>
        <p:spPr>
          <a:xfrm>
            <a:off x="4541408" y="5193651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6%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E810A3-AD4F-A2D8-4113-F5C1F2D16AF6}"/>
              </a:ext>
            </a:extLst>
          </p:cNvPr>
          <p:cNvSpPr txBox="1"/>
          <p:nvPr/>
        </p:nvSpPr>
        <p:spPr>
          <a:xfrm>
            <a:off x="4541408" y="5439872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2%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D71DD8-6C3E-6E6A-F2D9-D8C07345D441}"/>
              </a:ext>
            </a:extLst>
          </p:cNvPr>
          <p:cNvSpPr txBox="1"/>
          <p:nvPr/>
        </p:nvSpPr>
        <p:spPr>
          <a:xfrm>
            <a:off x="4536438" y="5686093"/>
            <a:ext cx="3417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dirty="0"/>
              <a:t>2%</a:t>
            </a:r>
          </a:p>
        </p:txBody>
      </p:sp>
    </p:spTree>
    <p:extLst>
      <p:ext uri="{BB962C8B-B14F-4D97-AF65-F5344CB8AC3E}">
        <p14:creationId xmlns:p14="http://schemas.microsoft.com/office/powerpoint/2010/main" val="3964053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D12B-13DC-71B2-913D-B96939C4B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274826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u="sng" dirty="0">
                <a:latin typeface="+mn-lt"/>
              </a:rPr>
              <a:t>Recommendations: Boost CTR &amp; Conversion</a:t>
            </a:r>
            <a:br>
              <a:rPr lang="en-IN" sz="3600" b="1" u="sng" dirty="0">
                <a:latin typeface="+mn-lt"/>
              </a:rPr>
            </a:br>
            <a:endParaRPr lang="en-IN" sz="3600" u="sng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7812B-A96F-C14A-BE56-EDDA7DEBA869}"/>
              </a:ext>
            </a:extLst>
          </p:cNvPr>
          <p:cNvSpPr txBox="1"/>
          <p:nvPr/>
        </p:nvSpPr>
        <p:spPr>
          <a:xfrm>
            <a:off x="89451" y="924337"/>
            <a:ext cx="6619461" cy="23237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u="sng" dirty="0"/>
              <a:t>SEO Copywriting</a:t>
            </a:r>
          </a:p>
          <a:p>
            <a:endParaRPr lang="en-IN" sz="1000" b="1" u="sng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Title Optimization: </a:t>
            </a:r>
            <a:r>
              <a:rPr lang="en-IN" dirty="0"/>
              <a:t>"JBL </a:t>
            </a:r>
            <a:r>
              <a:rPr lang="en-IN" dirty="0" err="1"/>
              <a:t>PartyBox</a:t>
            </a:r>
            <a:r>
              <a:rPr lang="en-IN" dirty="0"/>
              <a:t> Club 120, 160W Portable Bluetooth 5.3 Party Speaker, AI Sound Boost, 12H Battery, IPX4, </a:t>
            </a:r>
            <a:r>
              <a:rPr lang="en-IN" dirty="0" err="1"/>
              <a:t>Auracast</a:t>
            </a:r>
            <a:r>
              <a:rPr lang="en-IN" dirty="0"/>
              <a:t>, Dual Mic &amp; Guitar, Light Show“</a:t>
            </a:r>
            <a:endParaRPr lang="en-IN" sz="5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Enhanced Bullets: </a:t>
            </a:r>
            <a:r>
              <a:rPr lang="en-IN" dirty="0"/>
              <a:t>Add measurable details (driver sizes, charging time, latency, app features) and specific use-cases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1308C3-E078-A583-F7A3-F62DB2378992}"/>
              </a:ext>
            </a:extLst>
          </p:cNvPr>
          <p:cNvSpPr txBox="1"/>
          <p:nvPr/>
        </p:nvSpPr>
        <p:spPr>
          <a:xfrm>
            <a:off x="89451" y="3609950"/>
            <a:ext cx="671885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u="sng" dirty="0"/>
              <a:t>Creative Assets</a:t>
            </a:r>
          </a:p>
          <a:p>
            <a:endParaRPr lang="en-IN" sz="1000" b="1" u="sng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Video Demo: </a:t>
            </a:r>
            <a:r>
              <a:rPr lang="en-IN" dirty="0"/>
              <a:t>Add 30-45s demo in first position showing light effects, sound quality, and portability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/>
              <a:t>A+ Content: </a:t>
            </a:r>
            <a:r>
              <a:rPr lang="en-IN" dirty="0"/>
              <a:t>Create comparison table vs Sony XV500 &amp; JBL PB110; show party scenarios and accessory bundles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B79E07-885C-A24E-9E12-7A1B081D14B6}"/>
              </a:ext>
            </a:extLst>
          </p:cNvPr>
          <p:cNvSpPr txBox="1"/>
          <p:nvPr/>
        </p:nvSpPr>
        <p:spPr>
          <a:xfrm>
            <a:off x="6609522" y="924337"/>
            <a:ext cx="5493027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/>
              <a:t>Reviews &amp; Q&amp;A</a:t>
            </a:r>
          </a:p>
          <a:p>
            <a:endParaRPr lang="en-US" sz="1000" b="1" u="sng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Review Generation: </a:t>
            </a:r>
            <a:r>
              <a:rPr lang="en-US" dirty="0"/>
              <a:t>Enroll in Amazon Vine / implement post-purchase emails to drive high-quality reviews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FAQ Management</a:t>
            </a:r>
            <a:r>
              <a:rPr lang="en-US" dirty="0"/>
              <a:t>: Seed/answer FAQs on </a:t>
            </a:r>
            <a:r>
              <a:rPr lang="en-US" dirty="0" err="1"/>
              <a:t>Auracast</a:t>
            </a:r>
            <a:r>
              <a:rPr lang="en-US" dirty="0"/>
              <a:t> linking, karaoke latency, charging while playing, app controls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EBD702-EAD9-234A-DBA6-5EB206CDF501}"/>
              </a:ext>
            </a:extLst>
          </p:cNvPr>
          <p:cNvSpPr txBox="1"/>
          <p:nvPr/>
        </p:nvSpPr>
        <p:spPr>
          <a:xfrm>
            <a:off x="6703943" y="3748449"/>
            <a:ext cx="5488057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/>
              <a:t>Ads &amp; Traffic</a:t>
            </a:r>
          </a:p>
          <a:p>
            <a:endParaRPr lang="en-US" sz="1000" b="1" u="sng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1" dirty="0"/>
              <a:t>Ad Targeting: </a:t>
            </a:r>
            <a:r>
              <a:rPr lang="en-US" dirty="0"/>
              <a:t>Sponsored Brands Video + Sponsored Products on keywords: "party speaker 160W", "Sony XV500", "JBL </a:t>
            </a:r>
            <a:r>
              <a:rPr lang="en-US" dirty="0" err="1"/>
              <a:t>partybox</a:t>
            </a:r>
            <a:r>
              <a:rPr lang="en-US" dirty="0"/>
              <a:t>"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32990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554</Words>
  <Application>Microsoft Office PowerPoint</Application>
  <PresentationFormat>Widescreen</PresentationFormat>
  <Paragraphs>102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Courier New</vt:lpstr>
      <vt:lpstr>Wingdings</vt:lpstr>
      <vt:lpstr>Office Theme</vt:lpstr>
      <vt:lpstr>JBL Partybox Club 120 : Amazon Analysis </vt:lpstr>
      <vt:lpstr>PowerPoint Presentation</vt:lpstr>
      <vt:lpstr>Product Listing Analysis</vt:lpstr>
      <vt:lpstr>Reviews &amp; Pricing Analysis</vt:lpstr>
      <vt:lpstr>Recommendations: Boost CTR &amp; Conversion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Anirudha Nath</dc:creator>
  <cp:lastModifiedBy>Anirudha Nath</cp:lastModifiedBy>
  <cp:revision>1</cp:revision>
  <dcterms:created xsi:type="dcterms:W3CDTF">2025-11-22T18:02:18Z</dcterms:created>
  <dcterms:modified xsi:type="dcterms:W3CDTF">2025-11-22T18:55:22Z</dcterms:modified>
</cp:coreProperties>
</file>